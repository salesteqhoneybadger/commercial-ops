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Salesteq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7200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88"/>
                </a:solidFill>
                <a:latin typeface="Helvetica"/>
              </a:defRPr>
            </a:pPr>
            <a:r>
              <a:t>AI Commercial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"/>
              </a:defRPr>
            </a:pPr>
            <a:r>
              <a:t>One platform replaces your</a:t>
            </a:r>
          </a:p>
          <a:p>
            <a:pPr algn="ctr">
              <a:defRPr sz="4800" b="1">
                <a:solidFill>
                  <a:srgbClr val="FFFFFF"/>
                </a:solidFill>
                <a:latin typeface="Helvetica"/>
              </a:defRPr>
            </a:pPr>
            <a:r>
              <a:t>sales, marketing, and service teams</a:t>
            </a:r>
          </a:p>
          <a:p>
            <a:pPr algn="ctr">
              <a:defRPr sz="4800" b="1">
                <a:solidFill>
                  <a:srgbClr val="E8720C"/>
                </a:solidFill>
                <a:latin typeface="Helvetica"/>
              </a:defRPr>
            </a:pPr>
            <a:r>
              <a:t>with AI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88"/>
                </a:solidFill>
                <a:latin typeface="Helvetica"/>
              </a:defRPr>
            </a:pPr>
            <a:r>
              <a:t>European car dealers 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enl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Languages in</a:t>
            </a:r>
            <a:br/>
            <a:r>
              <a:t>Switzerland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enlo"/>
              </a:defRPr>
            </a:pPr>
            <a:r>
              <a:t>200+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Locations</a:t>
            </a:r>
            <a:br/>
            <a:r>
              <a:t>per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enlo"/>
              </a:defRPr>
            </a:pPr>
            <a:r>
              <a:t>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Customer</a:t>
            </a:r>
            <a:br/>
            <a:r>
              <a:t>expectations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29260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444444"/>
                </a:solidFill>
                <a:latin typeface="Menlo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Staff</a:t>
            </a:r>
            <a:br/>
            <a:r>
              <a:t>to hire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"/>
              </a:defRPr>
            </a:pPr>
            <a: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20C"/>
                </a:solidFill>
                <a:latin typeface="Helvetica"/>
              </a:defRPr>
            </a:pPr>
            <a:r>
              <a:t>Badger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AI agents that plan, act, and learn.</a:t>
            </a:r>
            <a:br/>
            <a:r>
              <a:t>They execute sales, marketing, and</a:t>
            </a:r>
            <a:br/>
            <a:r>
              <a:t>service tasks autonomously.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20C"/>
                </a:solidFill>
                <a:latin typeface="Helvetica"/>
              </a:defRPr>
            </a:pPr>
            <a: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840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Commercial intelligence engine.</a:t>
            </a:r>
            <a:br/>
            <a:r>
              <a:t>6.8M companies, 14M contacts.</a:t>
            </a:r>
            <a:br/>
            <a:r>
              <a:t>Sub-100ms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20C"/>
                </a:solidFill>
                <a:latin typeface="Helvetica"/>
              </a:defRPr>
            </a:pPr>
            <a:r>
              <a:t>Kol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840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Voice and chat in any language.</a:t>
            </a:r>
            <a:br/>
            <a:r>
              <a:t>Calls, WhatsApp, web chat.</a:t>
            </a:r>
            <a:br/>
            <a:r>
              <a:t>Native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20C"/>
                </a:solidFill>
                <a:latin typeface="Helvetica"/>
              </a:defRPr>
            </a:pPr>
            <a:r>
              <a:t>Yeda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3840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Self-building knowledge base.</a:t>
            </a:r>
            <a:br/>
            <a:r>
              <a:t>Agents learn from every customer</a:t>
            </a:r>
            <a:br/>
            <a:r>
              <a:t>interaction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88"/>
                </a:solidFill>
                <a:latin typeface="Helvetica"/>
              </a:defRPr>
            </a:pPr>
            <a: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"/>
              </a:defRPr>
            </a:pPr>
            <a:r>
              <a:t>NAGHI Motors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8720C"/>
                </a:solidFill>
                <a:latin typeface="Menlo"/>
              </a:defRPr>
            </a:pPr>
            <a:r>
              <a:t>11+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Helvetica"/>
              </a:defRPr>
            </a:pPr>
            <a:r>
              <a:t>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8720C"/>
                </a:solidFill>
                <a:latin typeface="Menlo"/>
              </a:defRPr>
            </a:pPr>
            <a:r>
              <a:t>250K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Helvetica"/>
              </a:defRPr>
            </a:pPr>
            <a:r>
              <a:t>Vehicles /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8720C"/>
                </a:solidFill>
                <a:latin typeface="Menl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Helvetica"/>
              </a:defRPr>
            </a:pPr>
            <a:r>
              <a:t>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669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Helvetica"/>
              </a:defRPr>
            </a:pPr>
            <a:r>
              <a:t>Exclusive BMW dealer in Saudi Arabia. Salesteq AI handles their entire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126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Helvetica"/>
              </a:defRPr>
            </a:pPr>
            <a:r>
              <a:t>customer journey across Arabic and English, 24/7.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"/>
              </a:defRPr>
            </a:pPr>
            <a:r>
              <a:t>What you're about to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474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Helvetica"/>
              </a:defRPr>
            </a:pPr>
            <a:r>
              <a:t>5 AI agents will launch a full commercial campaign</a:t>
            </a:r>
            <a:br/>
            <a:r>
              <a:t>targeting European automotive dealers.</a:t>
            </a:r>
            <a:br/>
            <a:r>
              <a:t>Research, outreach, quality review, landing page, PDF proposals.</a:t>
            </a:r>
            <a:br/>
            <a:r>
              <a:t>All in 15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88"/>
                </a:solidFill>
                <a:latin typeface="Helvetica"/>
              </a:defRPr>
            </a:pPr>
            <a:r>
              <a:t>The human equivalent: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5669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60+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88"/>
                </a:solidFill>
                <a:latin typeface="Helvetica"/>
              </a:defRPr>
            </a:pPr>
            <a: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720C"/>
                </a:solidFill>
                <a:latin typeface="Menlo"/>
              </a:defRPr>
            </a:pPr>
            <a:r>
              <a:t>automotive.salesteq.com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